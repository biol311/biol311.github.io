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 varScale="1">
        <p:scale>
          <a:sx n="104" d="100"/>
          <a:sy n="104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78CF-9049-DEE1-B4C5-29FE9C007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E132D-2171-65A1-FAD4-F8418A6BC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128A1-7FB4-1A64-18F3-7C7F6BF6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BD4CF-A086-1CF0-3C5F-97A37A93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DB528-8993-7A1A-50BE-771795DA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4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618F-44D7-CC37-4878-D7823954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66F1-3EF3-DC9F-074D-348069FB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2065C-1235-27BF-A372-DF369C1F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E4C9-45E6-EE34-A0D6-9BED0A8F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DDC51-2E0F-A2C1-02AD-7E60A062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5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9B5A-A9E7-4FC6-1B68-9309CE81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AB4A-D165-CF42-7C00-ADE82FD57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EBC1D-73FC-DEA3-3348-986CA50D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74C3C-4B35-5301-8389-190C1529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22815-E9BA-92B6-AE86-410A39A8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9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2317-1E10-5994-B8EB-5385A2B1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5A891-B618-4CAB-0E34-427E12FF4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DAA4D-A58E-CD45-615B-53521F600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4B242-7648-D17F-B287-1C341297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B3EA9-E04E-E5E2-373F-85EB21D9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6A4C2-B814-2B67-8DB3-AAC445E3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1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2D98-BD78-5B14-F767-825C3853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F485D-6065-F00F-2F4D-B55A8921C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BE997-6726-4015-71D9-9BE46A617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50D03-0B8C-C325-3F36-E6EAB17C1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90091-9CC4-7840-316F-FEDC7FE6A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734A6-728E-176C-88CC-644922E7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9F25A-F303-6E36-1C22-F8FB21FB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6CAE6-8AB7-7917-FBD5-5BC3029C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4106-47E8-84CE-BDEE-DA1A8816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EC117-EB62-0AE7-06F5-41AEBA1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5BEDE-6048-9245-5CD6-F27711C3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2E469-09D1-AFD9-161C-3ECEEEDF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8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FB52C-B1E7-33A2-880F-C3CA654B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929DC-E4DD-2724-8A6C-E8055EF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0538-88B0-5018-3B10-D44634D8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6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69BB-44E3-1A83-B3F7-1138DE7D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57D4-D23B-3918-A4F5-6D8E29BFF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83E5B-2DB0-4F38-CF25-E72A14C27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7D7CF-6AD1-28F0-9038-073A67A5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1889C-533A-F5B6-EC52-41EC15E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67B4B-286B-CC38-D21E-D884B00E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0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F93A-02AA-EDD8-E489-5E96C386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39DC2-DE35-81D4-DE52-D28F10A9B16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18DE1-0D9E-CCEC-6205-F342635E1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0B618-4B5C-1195-FAB7-50E260BA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0BD8F-6BB5-BF96-8294-F64585BD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2E55E-4704-5CFD-0FAA-82C00305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4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EA03-5AE6-914D-1E1C-396F7363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EF286-4800-10FA-444E-DF7164EAF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BFCA-0966-EE77-AA9A-29A7EBE5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2CBF-1717-4D26-2204-5BB9A303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3D09-1888-7B3A-3359-1BA01DE2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2BD61-8559-60C0-2EA4-8BC79A3BC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785F1-9F01-BF5E-81D1-842550E4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1C39-E823-A503-76C0-81C08DE2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33A8-ACE3-E9B9-005A-B6951F14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CC482-62BA-9104-B614-8A31B22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2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9F489-7A4A-064E-61F6-163D257A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0802D-5CD8-82AA-F498-C93E6541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442A2-FE69-C557-36C3-188E71B2D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C96A7-BCB4-E24C-A772-714829D3DE7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4E543-940F-2BD4-F022-61FEC9E3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E71F-AEB6-F84E-4F33-B492611E0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2237F-4BB2-1C45-8954-0810BA1D4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2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F8DC54-55D6-95D6-3587-B8A5BD4E3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23" y="369332"/>
            <a:ext cx="3826601" cy="2534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7275A-B817-4AE5-B138-7C7887C78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046" y="369332"/>
            <a:ext cx="3802382" cy="2534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FDECB-F7E1-040D-6B25-9EBB4510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705" y="380578"/>
            <a:ext cx="2760343" cy="2616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6BEDAF-19D1-076D-DD66-E65DAF193E2F}"/>
              </a:ext>
            </a:extLst>
          </p:cNvPr>
          <p:cNvSpPr txBox="1"/>
          <p:nvPr/>
        </p:nvSpPr>
        <p:spPr>
          <a:xfrm>
            <a:off x="1114243" y="11246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Spartina alterniflora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70774-27A2-C75C-4F14-C1BFDBA23977}"/>
              </a:ext>
            </a:extLst>
          </p:cNvPr>
          <p:cNvSpPr txBox="1"/>
          <p:nvPr/>
        </p:nvSpPr>
        <p:spPr>
          <a:xfrm>
            <a:off x="4546293" y="0"/>
            <a:ext cx="347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Spartina patens – </a:t>
            </a:r>
            <a:r>
              <a:rPr lang="en-US" dirty="0"/>
              <a:t>spiraling leaves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F2F30-F855-96F5-3F6B-AA1E28A8AC62}"/>
              </a:ext>
            </a:extLst>
          </p:cNvPr>
          <p:cNvSpPr txBox="1"/>
          <p:nvPr/>
        </p:nvSpPr>
        <p:spPr>
          <a:xfrm>
            <a:off x="8331790" y="11246"/>
            <a:ext cx="371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Distichilis spicata –</a:t>
            </a:r>
            <a:r>
              <a:rPr lang="en-US" dirty="0"/>
              <a:t> two rank leaves</a:t>
            </a:r>
            <a:r>
              <a:rPr lang="en-US" i="1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14F190-1282-423A-962E-3B24E5FF8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96" y="3429001"/>
            <a:ext cx="3811200" cy="3266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11FDC5-C9F8-17B0-69E0-CCDCFCC429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245"/>
          <a:stretch>
            <a:fillRect/>
          </a:stretch>
        </p:blipFill>
        <p:spPr>
          <a:xfrm>
            <a:off x="5185719" y="3429000"/>
            <a:ext cx="2999709" cy="3269895"/>
          </a:xfrm>
          <a:prstGeom prst="rect">
            <a:avLst/>
          </a:prstGeom>
        </p:spPr>
      </p:pic>
      <p:pic>
        <p:nvPicPr>
          <p:cNvPr id="12" name="Picture 11" descr="Limonium carolinianum (Carolina sea-lavender): Go Botany">
            <a:extLst>
              <a:ext uri="{FF2B5EF4-FFF2-40B4-BE49-F238E27FC236}">
                <a16:creationId xmlns:a16="http://schemas.microsoft.com/office/drawing/2014/main" id="{D3AE695D-A18D-0749-4A85-83DB86B3C6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151" y="3432090"/>
            <a:ext cx="2447740" cy="3263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26B642-C465-5BC2-B27B-FF3C0A3BDD56}"/>
              </a:ext>
            </a:extLst>
          </p:cNvPr>
          <p:cNvSpPr txBox="1"/>
          <p:nvPr/>
        </p:nvSpPr>
        <p:spPr>
          <a:xfrm>
            <a:off x="927782" y="3077673"/>
            <a:ext cx="411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Juncus gerardii – s</a:t>
            </a:r>
            <a:r>
              <a:rPr lang="en-US" dirty="0"/>
              <a:t>mooth round needles</a:t>
            </a:r>
            <a:endParaRPr 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B501A-0DCB-91E1-7B33-E411FE661891}"/>
              </a:ext>
            </a:extLst>
          </p:cNvPr>
          <p:cNvSpPr txBox="1"/>
          <p:nvPr/>
        </p:nvSpPr>
        <p:spPr>
          <a:xfrm>
            <a:off x="5314810" y="3059668"/>
            <a:ext cx="301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Iva frutescens – </a:t>
            </a:r>
            <a:r>
              <a:rPr lang="en-US" dirty="0"/>
              <a:t>large, woody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5C6FC2-C359-77F2-3CD5-4B0F50EBF1FD}"/>
              </a:ext>
            </a:extLst>
          </p:cNvPr>
          <p:cNvSpPr txBox="1"/>
          <p:nvPr/>
        </p:nvSpPr>
        <p:spPr>
          <a:xfrm>
            <a:off x="8568705" y="3067423"/>
            <a:ext cx="24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Limonium carolinensis</a:t>
            </a:r>
          </a:p>
        </p:txBody>
      </p:sp>
    </p:spTree>
    <p:extLst>
      <p:ext uri="{BB962C8B-B14F-4D97-AF65-F5344CB8AC3E}">
        <p14:creationId xmlns:p14="http://schemas.microsoft.com/office/powerpoint/2010/main" val="205836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AA42F9-0DA2-10A3-C0E5-E692087F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9" y="2000249"/>
            <a:ext cx="3900583" cy="3009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12AF6-C8B9-A39F-D495-67A3D3322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449" y="2000248"/>
            <a:ext cx="3785784" cy="3009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0C5BB-B964-2B88-CB2C-62A4FFEBA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801" y="2000249"/>
            <a:ext cx="3009900" cy="300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A640B-02B6-4069-D887-ADAD95BE9DB4}"/>
              </a:ext>
            </a:extLst>
          </p:cNvPr>
          <p:cNvSpPr txBox="1"/>
          <p:nvPr/>
        </p:nvSpPr>
        <p:spPr>
          <a:xfrm>
            <a:off x="1195891" y="1630916"/>
            <a:ext cx="236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Melampus bidentatus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71EE0-D738-0072-72FF-18A9B8349B15}"/>
              </a:ext>
            </a:extLst>
          </p:cNvPr>
          <p:cNvSpPr txBox="1"/>
          <p:nvPr/>
        </p:nvSpPr>
        <p:spPr>
          <a:xfrm>
            <a:off x="5415125" y="1630916"/>
            <a:ext cx="2050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Ilyanassa obsoleta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B5630-83C2-2CFE-D9EE-3252A5CEF4E1}"/>
              </a:ext>
            </a:extLst>
          </p:cNvPr>
          <p:cNvSpPr txBox="1"/>
          <p:nvPr/>
        </p:nvSpPr>
        <p:spPr>
          <a:xfrm>
            <a:off x="9200909" y="1630916"/>
            <a:ext cx="174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Littorina littorea</a:t>
            </a:r>
          </a:p>
        </p:txBody>
      </p:sp>
    </p:spTree>
    <p:extLst>
      <p:ext uri="{BB962C8B-B14F-4D97-AF65-F5344CB8AC3E}">
        <p14:creationId xmlns:p14="http://schemas.microsoft.com/office/powerpoint/2010/main" val="352048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Jarrett Byrnes</dc:creator>
  <cp:lastModifiedBy>Jarrett Byrnes</cp:lastModifiedBy>
  <cp:revision>1</cp:revision>
  <dcterms:created xsi:type="dcterms:W3CDTF">2026-10-26T00:46:53Z</dcterms:created>
  <dcterms:modified xsi:type="dcterms:W3CDTF">2026-10-26T01:13:05Z</dcterms:modified>
</cp:coreProperties>
</file>